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8"/>
  </p:handoutMasterIdLst>
  <p:sldIdLst>
    <p:sldId id="256" r:id="rId3"/>
    <p:sldId id="257" r:id="rId4"/>
    <p:sldId id="258" r:id="rId5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web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Создание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языке</a:t>
            </a:r>
            <a:r>
              <a:rPr lang="en-US" altLang="ru-RU"/>
              <a:t> </a:t>
            </a:r>
            <a:r>
              <a:rPr lang="en-US" altLang="en-US"/>
              <a:t>программирования</a:t>
            </a:r>
            <a:r>
              <a:rPr lang="en-US" altLang="ru-RU"/>
              <a:t> Python</a:t>
            </a:r>
            <a:endParaRPr lang="en-US" altLang="ru-RU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5202555"/>
            <a:ext cx="3620135" cy="1655445"/>
          </a:xfrm>
        </p:spPr>
        <p:txBody>
          <a:bodyPr/>
          <a:lstStyle/>
          <a:p>
            <a:pPr algn="l"/>
            <a:r>
              <a:rPr lang="ru-RU" altLang="en-US"/>
              <a:t>Выполнил:</a:t>
            </a:r>
            <a:br>
              <a:rPr lang="ru-RU" altLang="en-US"/>
            </a:br>
            <a:r>
              <a:rPr lang="ru-RU" altLang="en-US"/>
              <a:t>Иванов Никита</a:t>
            </a:r>
            <a:endParaRPr lang="ru-RU" altLang="en-US"/>
          </a:p>
          <a:p>
            <a:pPr algn="l"/>
            <a:r>
              <a:rPr lang="ru-RU" altLang="en-US"/>
              <a:t>14 лет</a:t>
            </a:r>
            <a:endParaRPr lang="ru-RU" altLang="en-US"/>
          </a:p>
        </p:txBody>
      </p:sp>
      <p:sp>
        <p:nvSpPr>
          <p:cNvPr id="3" name="Subtitle 4"/>
          <p:cNvSpPr>
            <a:spLocks noGrp="1"/>
          </p:cNvSpPr>
          <p:nvPr/>
        </p:nvSpPr>
        <p:spPr>
          <a:xfrm>
            <a:off x="1651000" y="3729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Итоговый</a:t>
            </a:r>
            <a:r>
              <a:rPr lang="en-US" altLang="ru-RU"/>
              <a:t> </a:t>
            </a:r>
            <a:r>
              <a:rPr lang="en-US" altLang="en-US"/>
              <a:t>индивидуальный</a:t>
            </a:r>
            <a:r>
              <a:rPr lang="en-US" altLang="ru-RU"/>
              <a:t> </a:t>
            </a:r>
            <a:r>
              <a:rPr lang="en-US" altLang="en-US"/>
              <a:t>проект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Цель 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1604010"/>
          </a:xfrm>
        </p:spPr>
        <p:txBody>
          <a:bodyPr>
            <a:normAutofit lnSpcReduction="10000"/>
          </a:bodyPr>
          <a:p>
            <a:pPr algn="ctr"/>
            <a:r>
              <a:rPr lang="ru-RU" altLang="en-US"/>
              <a:t>С</a:t>
            </a:r>
            <a:r>
              <a:rPr lang="en-US" altLang="en-US"/>
              <a:t>оздании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языке</a:t>
            </a:r>
            <a:r>
              <a:rPr lang="en-US" altLang="ru-RU"/>
              <a:t> </a:t>
            </a:r>
            <a:r>
              <a:rPr lang="en-US" altLang="en-US"/>
              <a:t>программирования</a:t>
            </a:r>
            <a:r>
              <a:rPr lang="en-US" altLang="ru-RU"/>
              <a:t> Python </a:t>
            </a:r>
            <a:r>
              <a:rPr lang="en-US" altLang="en-US"/>
              <a:t>предназначенного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моделирования</a:t>
            </a:r>
            <a:r>
              <a:rPr lang="en-US" altLang="ru-RU"/>
              <a:t>, </a:t>
            </a:r>
            <a:r>
              <a:rPr lang="en-US" altLang="en-US"/>
              <a:t>создания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воспроизведения</a:t>
            </a:r>
            <a:r>
              <a:rPr lang="en-US" altLang="ru-RU"/>
              <a:t> </a:t>
            </a:r>
            <a:r>
              <a:rPr lang="en-US" altLang="en-US"/>
              <a:t>музыкальных</a:t>
            </a:r>
            <a:r>
              <a:rPr lang="en-US" altLang="ru-RU"/>
              <a:t> </a:t>
            </a:r>
            <a:r>
              <a:rPr lang="en-US" altLang="en-US"/>
              <a:t>композиций</a:t>
            </a:r>
            <a:r>
              <a:rPr lang="en-US" altLang="ru-RU"/>
              <a:t>, </a:t>
            </a:r>
            <a:r>
              <a:rPr lang="en-US" altLang="en-US"/>
              <a:t>имитирующих</a:t>
            </a:r>
            <a:r>
              <a:rPr lang="en-US" altLang="ru-RU"/>
              <a:t> </a:t>
            </a:r>
            <a:r>
              <a:rPr lang="en-US" altLang="en-US"/>
              <a:t>реальное</a:t>
            </a:r>
            <a:r>
              <a:rPr lang="en-US" altLang="ru-RU"/>
              <a:t> </a:t>
            </a:r>
            <a:r>
              <a:rPr lang="en-US" altLang="en-US"/>
              <a:t>звучание</a:t>
            </a:r>
            <a:r>
              <a:rPr lang="en-US" altLang="ru-RU"/>
              <a:t> </a:t>
            </a:r>
            <a:r>
              <a:rPr lang="en-US" altLang="en-US"/>
              <a:t>гитары</a:t>
            </a:r>
            <a:r>
              <a:rPr lang="en-US" altLang="ru-RU"/>
              <a:t>.</a:t>
            </a:r>
            <a:endParaRPr lang="en-US" altLang="ru-RU"/>
          </a:p>
        </p:txBody>
      </p:sp>
      <p:sp>
        <p:nvSpPr>
          <p:cNvPr id="4" name="Заголовок 1"/>
          <p:cNvSpPr>
            <a:spLocks noGrp="1"/>
          </p:cNvSpPr>
          <p:nvPr/>
        </p:nvSpPr>
        <p:spPr>
          <a:xfrm>
            <a:off x="647700" y="31883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ru-RU" altLang="en-US"/>
              <a:t>Задачи </a:t>
            </a:r>
            <a:endParaRPr lang="ru-RU" altLang="en-US"/>
          </a:p>
        </p:txBody>
      </p:sp>
      <p:sp>
        <p:nvSpPr>
          <p:cNvPr id="5" name="Замещающее содержимое 2"/>
          <p:cNvSpPr>
            <a:spLocks noGrp="1"/>
          </p:cNvSpPr>
          <p:nvPr/>
        </p:nvSpPr>
        <p:spPr>
          <a:xfrm>
            <a:off x="647700" y="4514215"/>
            <a:ext cx="10515600" cy="16040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ru-RU"/>
              <a:t>1.</a:t>
            </a:r>
            <a:r>
              <a:rPr lang="en-US" altLang="en-US"/>
              <a:t>Сбор</a:t>
            </a:r>
            <a:r>
              <a:rPr lang="en-US" altLang="ru-RU"/>
              <a:t> </a:t>
            </a:r>
            <a:r>
              <a:rPr lang="en-US" altLang="en-US"/>
              <a:t>теории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написания</a:t>
            </a:r>
            <a:r>
              <a:rPr lang="en-US" altLang="ru-RU"/>
              <a:t> </a:t>
            </a:r>
            <a:r>
              <a:rPr lang="en-US" altLang="en-US"/>
              <a:t>кода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en-US" altLang="ru-RU"/>
              <a:t>;</a:t>
            </a:r>
            <a:endParaRPr lang="en-US" altLang="ru-RU"/>
          </a:p>
          <a:p>
            <a:pPr algn="ctr"/>
            <a:r>
              <a:rPr lang="en-US" altLang="ru-RU"/>
              <a:t>2. </a:t>
            </a:r>
            <a:r>
              <a:rPr lang="en-US" altLang="en-US"/>
              <a:t>Создание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en-US" altLang="ru-RU"/>
              <a:t>;</a:t>
            </a:r>
            <a:endParaRPr lang="en-US" altLang="ru-RU"/>
          </a:p>
          <a:p>
            <a:pPr algn="ctr"/>
            <a:r>
              <a:rPr lang="en-US" altLang="ru-RU"/>
              <a:t>3.</a:t>
            </a:r>
            <a:r>
              <a:rPr lang="en-US" altLang="en-US"/>
              <a:t>Тестировка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ru-RU" altLang="en-US"/>
              <a:t>.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Средства создания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ru-RU" altLang="en-US"/>
              <a:t>Язык программирования </a:t>
            </a:r>
            <a:r>
              <a:rPr lang="en-US" altLang="en-US"/>
              <a:t>Python 3.13.5</a:t>
            </a:r>
            <a:endParaRPr lang="en-US" altLang="en-US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ru-RU" altLang="en-US"/>
              <a:t>Внутренние библиотеки </a:t>
            </a:r>
            <a:r>
              <a:rPr lang="en-US" altLang="ru-RU"/>
              <a:t>Tkinter</a:t>
            </a:r>
            <a:r>
              <a:rPr lang="ru-RU" altLang="en-US"/>
              <a:t> и </a:t>
            </a:r>
            <a:r>
              <a:rPr lang="en-US" altLang="ru-RU"/>
              <a:t>Wave </a:t>
            </a:r>
            <a:endParaRPr lang="en-US" altLang="ru-RU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ru-RU" altLang="ru-RU"/>
              <a:t>Сторонние библиотеки</a:t>
            </a:r>
            <a:r>
              <a:rPr lang="ru-RU" altLang="en-US">
                <a:sym typeface="+mn-ea"/>
              </a:rPr>
              <a:t> </a:t>
            </a:r>
            <a:r>
              <a:rPr lang="en-US" altLang="ru-RU">
                <a:sym typeface="+mn-ea"/>
              </a:rPr>
              <a:t>Tkinter </a:t>
            </a:r>
            <a:r>
              <a:rPr lang="ru-RU" altLang="ru-RU">
                <a:sym typeface="+mn-ea"/>
              </a:rPr>
              <a:t>и </a:t>
            </a:r>
            <a:r>
              <a:rPr lang="en-US" altLang="ru-RU">
                <a:sym typeface="+mn-ea"/>
              </a:rPr>
              <a:t>Numpy</a:t>
            </a:r>
            <a:endParaRPr lang="en-US" altLang="ru-RU">
              <a:sym typeface="+mn-ea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ru-RU">
                <a:sym typeface="+mn-ea"/>
              </a:rPr>
              <a:t>PyScripter</a:t>
            </a:r>
            <a:endParaRPr lang="en-US" altLang="ru-RU">
              <a:sym typeface="+mn-ea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altLang="ru-RU"/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ru-RU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652270"/>
            <a:ext cx="1895475" cy="189547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7330440" y="4241165"/>
            <a:ext cx="4861560" cy="2616835"/>
          </a:xfrm>
          <a:prstGeom prst="rect">
            <a:avLst/>
          </a:prstGeom>
        </p:spPr>
      </p:pic>
      <p:pic>
        <p:nvPicPr>
          <p:cNvPr id="7" name="Изображение 6"/>
          <p:cNvPicPr/>
          <p:nvPr/>
        </p:nvPicPr>
        <p:blipFill>
          <a:blip r:embed="rId3"/>
          <a:stretch>
            <a:fillRect/>
          </a:stretch>
        </p:blipFill>
        <p:spPr>
          <a:xfrm>
            <a:off x="4558348" y="3904933"/>
            <a:ext cx="2771775" cy="1647825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4"/>
          <a:stretch>
            <a:fillRect/>
          </a:stretch>
        </p:blipFill>
        <p:spPr>
          <a:xfrm>
            <a:off x="276225" y="4241165"/>
            <a:ext cx="4682490" cy="2106930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5"/>
          <a:stretch>
            <a:fillRect/>
          </a:stretch>
        </p:blipFill>
        <p:spPr>
          <a:xfrm>
            <a:off x="9533890" y="1418590"/>
            <a:ext cx="2362835" cy="2362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WPS Presentation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Цель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ivano</cp:lastModifiedBy>
  <cp:revision>5</cp:revision>
  <dcterms:created xsi:type="dcterms:W3CDTF">2025-07-23T00:59:00Z</dcterms:created>
  <dcterms:modified xsi:type="dcterms:W3CDTF">2026-02-19T15:40:59Z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A8D3DEB47F6B45D4903C7CB8ABD96E59_11</vt:lpwstr>
  </property>
</Properties>
</file>