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63" r:id="rId6"/>
    <p:sldId id="261" r:id="rId7"/>
    <p:sldId id="262" r:id="rId8"/>
    <p:sldId id="264" r:id="rId9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618" y="-20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7F7B-D4F1-4F35-9C8F-5068D8132B1D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27F7B-D4F1-4F35-9C8F-5068D8132B1D}" type="datetimeFigureOut">
              <a:rPr lang="ru-RU" smtClean="0"/>
              <a:pPr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6A7E8-861A-4579-876F-D40D4AA57F0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Приложение для </a:t>
            </a:r>
            <a:r>
              <a:rPr lang="ru-RU" dirty="0"/>
              <a:t>моделирования </a:t>
            </a:r>
            <a:r>
              <a:rPr lang="ru-RU" dirty="0" smtClean="0"/>
              <a:t>гитарных </a:t>
            </a:r>
            <a:r>
              <a:rPr lang="ru-RU" dirty="0"/>
              <a:t>партий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286248" y="3804055"/>
            <a:ext cx="4929190" cy="1339445"/>
          </a:xfrm>
        </p:spPr>
        <p:txBody>
          <a:bodyPr>
            <a:noAutofit/>
          </a:bodyPr>
          <a:lstStyle/>
          <a:p>
            <a:pPr algn="l"/>
            <a:r>
              <a:rPr lang="ru-RU" sz="2200" dirty="0" smtClean="0"/>
              <a:t>Выполнил:</a:t>
            </a:r>
          </a:p>
          <a:p>
            <a:pPr algn="l"/>
            <a:r>
              <a:rPr lang="ru-RU" sz="2200" dirty="0" smtClean="0"/>
              <a:t>Ученик 9 «А» класса БОУ «Лицей №64»</a:t>
            </a:r>
          </a:p>
          <a:p>
            <a:pPr algn="l"/>
            <a:r>
              <a:rPr lang="ru-RU" sz="2200" dirty="0" smtClean="0"/>
              <a:t>Иванов Никита Антонович</a:t>
            </a:r>
            <a:endParaRPr lang="ru-RU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Цели и задачи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i="1" u="sng" dirty="0" smtClean="0"/>
              <a:t>Цель</a:t>
            </a:r>
            <a:endParaRPr lang="ru-RU" i="1" u="sng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Создание приложения </a:t>
            </a:r>
            <a:r>
              <a:rPr lang="ru-RU" dirty="0"/>
              <a:t>на </a:t>
            </a:r>
            <a:r>
              <a:rPr lang="ru-RU" dirty="0" smtClean="0"/>
              <a:t>языке программирования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i="1" u="sng" dirty="0" smtClean="0"/>
              <a:t>Задачи</a:t>
            </a:r>
            <a:endParaRPr lang="ru-RU" i="1" u="sng" dirty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ru-RU" dirty="0" smtClean="0"/>
              <a:t>Сбор </a:t>
            </a:r>
            <a:r>
              <a:rPr lang="ru-RU" dirty="0"/>
              <a:t>теории для написания кода программы;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Создание </a:t>
            </a:r>
            <a:r>
              <a:rPr lang="ru-RU" dirty="0"/>
              <a:t>программы;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err="1" smtClean="0"/>
              <a:t>Тестировка</a:t>
            </a:r>
            <a:r>
              <a:rPr lang="ru-RU" dirty="0" smtClean="0"/>
              <a:t> программы.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Аналоги</a:t>
            </a:r>
            <a:endParaRPr lang="ru-RU" dirty="0"/>
          </a:p>
        </p:txBody>
      </p:sp>
      <p:graphicFrame>
        <p:nvGraphicFramePr>
          <p:cNvPr id="11" name="Содержимое 10"/>
          <p:cNvGraphicFramePr>
            <a:graphicFrameLocks noGrp="1"/>
          </p:cNvGraphicFramePr>
          <p:nvPr>
            <p:ph idx="1"/>
          </p:nvPr>
        </p:nvGraphicFramePr>
        <p:xfrm>
          <a:off x="457200" y="1142990"/>
          <a:ext cx="8258204" cy="3209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9102"/>
                <a:gridCol w="4129102"/>
              </a:tblGrid>
              <a:tr h="3906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GuitarPro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u-ES" sz="2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MuseScore</a:t>
                      </a:r>
                      <a:endParaRPr lang="ru-RU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5259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17412" name="Picture 4" descr="File:MuseScore logo.png - Wikimedia Common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38973" y="2000246"/>
            <a:ext cx="1904861" cy="1904861"/>
          </a:xfrm>
          <a:prstGeom prst="rect">
            <a:avLst/>
          </a:prstGeom>
          <a:noFill/>
        </p:spPr>
      </p:pic>
      <p:pic>
        <p:nvPicPr>
          <p:cNvPr id="17414" name="Picture 6" descr="About: Guitar Pro (Google Play version) | | Apptopi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1928808"/>
            <a:ext cx="2071702" cy="20717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 descr="TkInter | Facebook"/>
          <p:cNvPicPr>
            <a:picLocks noChangeAspect="1" noChangeArrowheads="1"/>
          </p:cNvPicPr>
          <p:nvPr/>
        </p:nvPicPr>
        <p:blipFill>
          <a:blip r:embed="rId2"/>
          <a:srcRect t="21916" b="26947"/>
          <a:stretch>
            <a:fillRect/>
          </a:stretch>
        </p:blipFill>
        <p:spPr bwMode="auto">
          <a:xfrm>
            <a:off x="6572264" y="1785932"/>
            <a:ext cx="1645934" cy="500066"/>
          </a:xfrm>
          <a:prstGeom prst="rect">
            <a:avLst/>
          </a:prstGeom>
          <a:noFill/>
        </p:spPr>
      </p:pic>
      <p:pic>
        <p:nvPicPr>
          <p:cNvPr id="3084" name="Picture 12" descr="REPRODUCIENDO ARCHIVOS DE AUDIO, EN PYTHON, CON «pyaudio». – El Programador  Chapuzas"/>
          <p:cNvPicPr>
            <a:picLocks noChangeAspect="1" noChangeArrowheads="1"/>
          </p:cNvPicPr>
          <p:nvPr/>
        </p:nvPicPr>
        <p:blipFill>
          <a:blip r:embed="rId3"/>
          <a:srcRect t="12022"/>
          <a:stretch>
            <a:fillRect/>
          </a:stretch>
        </p:blipFill>
        <p:spPr bwMode="auto">
          <a:xfrm>
            <a:off x="6429388" y="2285998"/>
            <a:ext cx="2214578" cy="1045529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Техническая реализация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2471726" cy="479822"/>
          </a:xfrm>
        </p:spPr>
        <p:txBody>
          <a:bodyPr anchor="ctr">
            <a:noAutofit/>
          </a:bodyPr>
          <a:lstStyle/>
          <a:p>
            <a:pPr algn="ctr"/>
            <a:r>
              <a:rPr lang="ru-RU" sz="1600" dirty="0" smtClean="0"/>
              <a:t>Язык</a:t>
            </a:r>
          </a:p>
          <a:p>
            <a:pPr algn="ctr"/>
            <a:r>
              <a:rPr lang="ru-RU" sz="1600" dirty="0" smtClean="0"/>
              <a:t> программирования</a:t>
            </a:r>
            <a:endParaRPr lang="ru-RU" sz="1600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2471726" cy="3083734"/>
          </a:xfrm>
        </p:spPr>
        <p:txBody>
          <a:bodyPr anchor="b">
            <a:normAutofit/>
          </a:bodyPr>
          <a:lstStyle/>
          <a:p>
            <a:pPr algn="ctr">
              <a:buNone/>
            </a:pPr>
            <a:r>
              <a:rPr lang="en-US" sz="2000" dirty="0" smtClean="0"/>
              <a:t>Python</a:t>
            </a:r>
            <a:endParaRPr lang="ru-RU" sz="2000" dirty="0"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3"/>
          </p:nvPr>
        </p:nvSpPr>
        <p:spPr>
          <a:xfrm>
            <a:off x="6215074" y="1142990"/>
            <a:ext cx="2471727" cy="479822"/>
          </a:xfrm>
        </p:spPr>
        <p:txBody>
          <a:bodyPr anchor="ctr">
            <a:normAutofit/>
          </a:bodyPr>
          <a:lstStyle/>
          <a:p>
            <a:pPr algn="ctr"/>
            <a:r>
              <a:rPr lang="ru-RU" sz="1600" dirty="0" smtClean="0"/>
              <a:t>Библиотеки</a:t>
            </a:r>
            <a:endParaRPr lang="ru-RU" sz="1600" dirty="0"/>
          </a:p>
        </p:txBody>
      </p:sp>
      <p:sp>
        <p:nvSpPr>
          <p:cNvPr id="10" name="Содержимое 7"/>
          <p:cNvSpPr>
            <a:spLocks noGrp="1"/>
          </p:cNvSpPr>
          <p:nvPr>
            <p:ph sz="quarter" idx="4"/>
          </p:nvPr>
        </p:nvSpPr>
        <p:spPr>
          <a:xfrm>
            <a:off x="6215074" y="1714494"/>
            <a:ext cx="2471727" cy="3226610"/>
          </a:xfrm>
        </p:spPr>
        <p:txBody>
          <a:bodyPr anchor="b">
            <a:normAutofit/>
          </a:bodyPr>
          <a:lstStyle/>
          <a:p>
            <a:pPr algn="ctr">
              <a:buNone/>
            </a:pPr>
            <a:r>
              <a:rPr lang="en-US" sz="2000" dirty="0" err="1" smtClean="0"/>
              <a:t>Tkinter</a:t>
            </a:r>
            <a:r>
              <a:rPr lang="en-US" sz="2000" dirty="0" smtClean="0"/>
              <a:t>, </a:t>
            </a:r>
            <a:r>
              <a:rPr lang="en-US" sz="2000" dirty="0" err="1" smtClean="0"/>
              <a:t>PyAudio</a:t>
            </a:r>
            <a:endParaRPr lang="en-US" sz="2000" dirty="0" smtClean="0"/>
          </a:p>
          <a:p>
            <a:pPr algn="ctr">
              <a:buNone/>
            </a:pPr>
            <a:r>
              <a:rPr lang="en-US" sz="2000" dirty="0" smtClean="0"/>
              <a:t>Wave, </a:t>
            </a:r>
            <a:r>
              <a:rPr lang="en-US" sz="2000" dirty="0" err="1" smtClean="0"/>
              <a:t>NumPy</a:t>
            </a:r>
            <a:endParaRPr lang="ru-RU" sz="2000" dirty="0"/>
          </a:p>
        </p:txBody>
      </p:sp>
      <p:sp>
        <p:nvSpPr>
          <p:cNvPr id="11" name="Текст 6"/>
          <p:cNvSpPr txBox="1">
            <a:spLocks/>
          </p:cNvSpPr>
          <p:nvPr/>
        </p:nvSpPr>
        <p:spPr>
          <a:xfrm>
            <a:off x="4286248" y="1142990"/>
            <a:ext cx="2185975" cy="4798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Текст 6"/>
          <p:cNvSpPr txBox="1">
            <a:spLocks/>
          </p:cNvSpPr>
          <p:nvPr/>
        </p:nvSpPr>
        <p:spPr>
          <a:xfrm>
            <a:off x="3357554" y="1142990"/>
            <a:ext cx="2500330" cy="4798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600" b="1" dirty="0" smtClean="0"/>
              <a:t>Среда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разработки</a:t>
            </a:r>
          </a:p>
        </p:txBody>
      </p:sp>
      <p:sp>
        <p:nvSpPr>
          <p:cNvPr id="14" name="Содержимое 5"/>
          <p:cNvSpPr txBox="1">
            <a:spLocks/>
          </p:cNvSpPr>
          <p:nvPr/>
        </p:nvSpPr>
        <p:spPr>
          <a:xfrm>
            <a:off x="3357554" y="1643056"/>
            <a:ext cx="2471726" cy="2963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4" name="Picture 2" descr="Файл:Python-logo-notext.svg — Википедия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8662" y="2313008"/>
            <a:ext cx="1544628" cy="1544626"/>
          </a:xfrm>
          <a:prstGeom prst="rect">
            <a:avLst/>
          </a:prstGeom>
          <a:noFill/>
        </p:spPr>
      </p:pic>
      <p:sp>
        <p:nvSpPr>
          <p:cNvPr id="16" name="Содержимое 5"/>
          <p:cNvSpPr txBox="1">
            <a:spLocks/>
          </p:cNvSpPr>
          <p:nvPr/>
        </p:nvSpPr>
        <p:spPr>
          <a:xfrm>
            <a:off x="3386158" y="1631155"/>
            <a:ext cx="2471726" cy="30837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PyScripter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6" name="AutoShape 4" descr="PyScripter - Free Download - Embarcadero"/>
          <p:cNvSpPr>
            <a:spLocks noChangeAspect="1" noChangeArrowheads="1"/>
          </p:cNvSpPr>
          <p:nvPr/>
        </p:nvSpPr>
        <p:spPr bwMode="auto">
          <a:xfrm>
            <a:off x="155575" y="-136525"/>
            <a:ext cx="298450" cy="2984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78" name="AutoShape 6" descr="PyScripter - Free Download - Embarcadero"/>
          <p:cNvSpPr>
            <a:spLocks noChangeAspect="1" noChangeArrowheads="1"/>
          </p:cNvSpPr>
          <p:nvPr/>
        </p:nvSpPr>
        <p:spPr bwMode="auto">
          <a:xfrm>
            <a:off x="155575" y="-136525"/>
            <a:ext cx="298450" cy="2984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80" name="Picture 8" descr="Python GUI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57620" y="2285998"/>
            <a:ext cx="1571636" cy="1571636"/>
          </a:xfrm>
          <a:prstGeom prst="rect">
            <a:avLst/>
          </a:prstGeom>
          <a:noFill/>
        </p:spPr>
      </p:pic>
      <p:pic>
        <p:nvPicPr>
          <p:cNvPr id="3086" name="Picture 14" descr="Файл:NumPy logo 2020.svg — Википедия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57950" y="2928940"/>
            <a:ext cx="2183160" cy="98258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Возможности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Создание табулатур</a:t>
            </a:r>
          </a:p>
          <a:p>
            <a:r>
              <a:rPr lang="ru-RU" sz="2400" dirty="0" smtClean="0"/>
              <a:t>Воспроизведение табулатур с помощью звука</a:t>
            </a:r>
          </a:p>
          <a:p>
            <a:r>
              <a:rPr lang="ru-RU" sz="2400" dirty="0" smtClean="0"/>
              <a:t>Показ справочной информации</a:t>
            </a:r>
          </a:p>
          <a:p>
            <a:r>
              <a:rPr lang="ru-RU" sz="2400" dirty="0" smtClean="0"/>
              <a:t>Изменение </a:t>
            </a:r>
            <a:r>
              <a:rPr lang="en-US" sz="2400" dirty="0" smtClean="0"/>
              <a:t>BPM</a:t>
            </a:r>
            <a:r>
              <a:rPr lang="ru-RU" sz="2400" dirty="0" smtClean="0"/>
              <a:t> </a:t>
            </a:r>
            <a:r>
              <a:rPr lang="ru-RU" sz="2400" dirty="0" smtClean="0"/>
              <a:t>(количество ударов в минуту)</a:t>
            </a:r>
            <a:endParaRPr lang="ru-RU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Интерфейс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Главное меню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Редактор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69852"/>
            <a:ext cx="4040188" cy="288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645025" y="1892080"/>
            <a:ext cx="4041775" cy="2440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Интерфейс (ДОБАВИТЬ ВИДЕО!)</a:t>
            </a:r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sz="2400" dirty="0" smtClean="0"/>
              <a:t>Пример работы программы: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           (Видео)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 (СОКРАТИТЬ!)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361950">
              <a:buNone/>
            </a:pPr>
            <a:r>
              <a:rPr lang="ru-RU" sz="2400" dirty="0" smtClean="0"/>
              <a:t>В ходе реализации проекта была изучена справочная информация для сбора теоретической информации. Также была создана программа для моделирования гитарных партий и произведено несколько </a:t>
            </a:r>
            <a:r>
              <a:rPr lang="ru-RU" sz="2400" dirty="0" err="1" smtClean="0"/>
              <a:t>тестировок</a:t>
            </a:r>
            <a:r>
              <a:rPr lang="ru-RU" sz="2400" dirty="0" smtClean="0"/>
              <a:t>, в результате которых были выявлены и устранены недостатки программы. </a:t>
            </a:r>
            <a:endParaRPr lang="ru-RU" sz="2400" dirty="0" smtClean="0"/>
          </a:p>
          <a:p>
            <a:pPr marL="0" indent="361950">
              <a:buNone/>
            </a:pPr>
            <a:r>
              <a:rPr lang="ru-RU" sz="2400" dirty="0" smtClean="0"/>
              <a:t>В будущем возможно дальнейшее развитие и совершенствование программы </a:t>
            </a:r>
            <a:r>
              <a:rPr lang="ru-RU" sz="2400" dirty="0" err="1" smtClean="0"/>
              <a:t>программы</a:t>
            </a:r>
            <a:endParaRPr lang="ru-RU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150</Words>
  <Application>Microsoft Office PowerPoint</Application>
  <PresentationFormat>Экран (16:9)</PresentationFormat>
  <Paragraphs>39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Приложение для моделирования гитарных партий</vt:lpstr>
      <vt:lpstr>Цели и задачи</vt:lpstr>
      <vt:lpstr>Аналоги</vt:lpstr>
      <vt:lpstr>Техническая реализация</vt:lpstr>
      <vt:lpstr>Возможности</vt:lpstr>
      <vt:lpstr>Интерфейс</vt:lpstr>
      <vt:lpstr>Интерфейс (ДОБАВИТЬ ВИДЕО!)</vt:lpstr>
      <vt:lpstr>Вывод (СОКРАТИТЬ!)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Приложение для моделирования гитарных партий</dc:title>
  <dc:creator>Ученик</dc:creator>
  <cp:lastModifiedBy>Ученик</cp:lastModifiedBy>
  <cp:revision>11</cp:revision>
  <dcterms:created xsi:type="dcterms:W3CDTF">2026-02-20T11:21:37Z</dcterms:created>
  <dcterms:modified xsi:type="dcterms:W3CDTF">2026-02-20T12:55:14Z</dcterms:modified>
</cp:coreProperties>
</file>